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8DC21F"/>
                </a:solidFill>
              </a:rPr>
              <a:t>Research questions:</a:t>
            </a:r>
          </a:p>
          <a:p>
            <a:r>
              <a:rPr sz="1600" b="1">
                <a:solidFill>
                  <a:srgbClr val="8DC21F"/>
                </a:solidFill>
              </a:rPr>
              <a:t>1.Heineken Brand Perception and Relevance:</a:t>
            </a:r>
          </a:p>
          <a:p>
            <a:r>
              <a:rPr sz="1400" b="0"/>
              <a:t>To understand Heineken's current meaning and relevance among Black and Hispanic Millennials.</a:t>
            </a:r>
          </a:p>
          <a:p>
            <a:r>
              <a:rPr sz="1400" b="0"/>
              <a:t>General conversation themes</a:t>
            </a:r>
          </a:p>
          <a:p>
            <a:r>
              <a:rPr sz="1400" b="0"/>
              <a:t>Positive and Negative Segment</a:t>
            </a:r>
          </a:p>
          <a:p>
            <a:r>
              <a:rPr sz="1400" b="0"/>
              <a:t>Brand associations</a:t>
            </a:r>
          </a:p>
          <a:p>
            <a:r>
              <a:rPr sz="1400" b="0"/>
              <a:t>Perceptions of premium, quality and aspiration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