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SOV</c:v>
                </c:pt>
              </c:strCache>
            </c:strRef>
          </c:tx>
          <c:dPt>
            <c:idx val="0"/>
            <c:spPr>
              <a:solidFill>
                <a:srgbClr val="5E35B1"/>
              </a:solidFill>
            </c:spPr>
          </c:dPt>
          <c:dPt>
            <c:idx val="1"/>
            <c:spPr>
              <a:solidFill>
                <a:srgbClr val="156082"/>
              </a:solidFill>
            </c:spPr>
          </c:dPt>
          <c:dPt>
            <c:idx val="2"/>
            <c:spPr>
              <a:solidFill>
                <a:srgbClr val="A02B93"/>
              </a:solidFill>
            </c:spPr>
          </c:dPt>
          <c:dPt>
            <c:idx val="3"/>
            <c:spPr>
              <a:solidFill>
                <a:srgbClr val="4EA72E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Macy's</c:v>
                </c:pt>
                <c:pt idx="1">
                  <c:v>Men's Wearhouse</c:v>
                </c:pt>
                <c:pt idx="2">
                  <c:v>Dillards</c:v>
                </c:pt>
                <c:pt idx="3">
                  <c:v>Suit Supply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43.2</c:v>
                </c:pt>
                <c:pt idx="1">
                  <c:v>28.3</c:v>
                </c:pt>
                <c:pt idx="2">
                  <c:v>26.7</c:v>
                </c:pt>
                <c:pt idx="3">
                  <c:v>1.9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 analysis based on 912 qualifying records from Meltwater dataset. Time period: Aug 2025 -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2C9D"/>
                </a:solidFill>
              </a:rPr>
              <a:t>Men's Wearhouse &amp;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E6E6E"/>
                </a:solidFill>
              </a:rPr>
              <a:t>Share of Voice Analysis — Editorial &amp; Media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E6E6E"/>
                </a:solidFill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5B2C9D"/>
                </a:solidFill>
              </a:rPr>
              <a:t>MEN'S WEARHOUSE &amp; COMPETITORS — EDITORIAL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</a:rPr>
              <a:t>Competitive — Share of Voice &amp; Trendline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58368"/>
            <a:ext cx="11612880" cy="594360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900">
                <a:solidFill>
                  <a:srgbClr val="1A1A1A"/>
                </a:solidFill>
              </a:rPr>
              <a:t>Macy's leads share of voice at 43.2% with 394 mentions across 912 qualifying records, driven primarily by promotional coverage. Men's Wearhouse holds 28.3% SOV. Dillards shows the highest active visibility ratio (52%) despite lower overall volume, suggesting stronger brand-initiated media engagement.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71600"/>
          <a:ext cx="50292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0" y="4434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E6E6E"/>
                </a:solidFill>
              </a:rPr>
              <a:t>N = 912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663440"/>
            <a:ext cx="2800350" cy="27432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Macy's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74336"/>
            <a:ext cx="2800350" cy="1335024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Macy's dominates with 394 of 912 records (43.2%). Coverage revolves around flash sales and limited-time offers, including up to 75% off and free shipping deals. Despite leading SOV, only 1% represents active brand-initiated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1829" y="4663440"/>
            <a:ext cx="2800350" cy="27432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Men's Wearhouse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1829" y="4974336"/>
            <a:ext cx="2800350" cy="1335024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Men's Wearhouse appeared in 258 of 912 qualifying records (28.3%). Coverage concentrated around Open/Unveil drivers, with placements in RobinsPost.com, MSN.com, Tag24. The brand shows a 25% active visibility rate, indicating primarily passive media 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4663440"/>
            <a:ext cx="2800350" cy="27432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Dillards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9340" y="4974336"/>
            <a:ext cx="2800350" cy="1335024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Dillards appeared in 244 of 912 qualifying records (26.7%). Coverage concentrated around the Introduce driver, with placements in PR Newswire, INSPIRED FOODERY, Port Arthur News. Notably, 52% of coverage is active/brand-initiated.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6850" y="4663440"/>
            <a:ext cx="2800350" cy="27432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Suit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6850" y="4974336"/>
            <a:ext cx="2800350" cy="1335024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Suit Supply appeared in 17 of 912 qualifying records (1.9%). Coverage concentrated in Esquire, Mens Health, Daily News N Blog. Limited volume but premium editorial placement suggests quality over quantity positioning.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6E6E6E"/>
                </a:solidFill>
              </a:rPr>
              <a:t>SOURCE: MELTWATER | 2025-08-11 – 2026-08-08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E6E6E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